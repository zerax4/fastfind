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15227-7234-44AF-BD2D-6E7AFE7107E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54615-8303-4A31-BC11-29C49B07C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75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about kiwis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54615-8303-4A31-BC11-29C49B07CA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957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81A55-4900-26BE-49EA-2C4E04ECB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C5D73-080E-C2D1-656A-38E37E708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98C71-A7B6-E51D-C4FF-5AECEE272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EA6A7-43AB-BAFC-A06B-D50C7C401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50A58-65AA-B42E-197D-88494EF7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6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9E1A4-9FBE-84A6-94D4-5864D5DD5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57D60-4DD5-BFBE-8AC7-2E269B8FC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CD586-7F67-FDBD-5E17-10167324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07BE-00C1-35C5-716D-8C361C9B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6565C-F2B4-211D-AC51-FBC68FB1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51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0D9E0-AA6A-13E3-3E53-70EE412C4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565AF-9A59-AB6A-8584-B123455C3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E8B2F-A97D-8BC8-276C-FE96CE24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A77F0-3318-2F2B-3CFD-4FB2B06F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60275-C7E7-72D2-5FD6-E941E92C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5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2938-EEFE-FF17-ED4A-72B94C7B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4AF00-6EE6-3E24-999E-E808EF362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82B12-9E6C-0B32-BAA4-441DBB91F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7925C-D69D-095F-592F-F9AF7C01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D1505-1803-9A8A-E023-E981CC96E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8F633-BD5F-3D27-B2B6-0523F1F9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96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D711-C51F-27BD-30CB-94180493F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26714-1AD5-B650-7388-CA72ED9E6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AA47B-502C-59C7-AA13-FF19AAB1A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2737A-9F10-AF52-1A1F-62CF97371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A4A0D3-029B-6055-A7D5-A571FD1365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22885-1A94-3154-0CAC-D42FA5901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E6355-1B5F-0A9C-BABB-A1605B88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79DD8-1582-7EF1-9891-8719369D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9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9726-3292-BBA5-4C14-941ABC92E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E7DC-3182-9E3D-497C-53949C81F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FCF0D-34C4-107E-5AD1-2502C2A9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4F806-7F23-CCAE-4C1F-EB2AA020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3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709DA7-5E82-4175-4913-C6B47BF04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5AB56-A214-E763-F649-250210AC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AC749-BEC8-7BD7-97E9-D99E0703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6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218A0-46BC-5E5C-D66B-F7021CE56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7B1FA-0AE2-7795-A502-31E564AE2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F20B7-1B7A-6A45-9375-143D12CA1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D2FF2-DD49-0F43-1DAF-04BDA44DD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A22BB-B59B-3034-030B-E09E4E39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7FDB3-00B1-FFCE-1587-231DD7E2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1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BCE7-6170-E019-50D2-A3CD44BAA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08FAE-8422-4394-44E2-147B3645D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793CDE-9059-8CD4-06A8-0FCA7BEEC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60AE0-FFD2-64A6-1812-F15DE511E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58C8A-48DF-407E-0DE5-0417465F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62B51-2ADC-D457-E6AB-49457C8F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4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FCF1-EC06-2D41-016C-758022DE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07910-D2EF-8464-1A9B-0AEE60DA2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A7EF9-2401-E71E-BAE0-58EC91E6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9BA06-4B27-C2FF-E460-0CBDFE15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414C8-6900-2B2A-7CAE-570818BE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95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C9875-BEB1-4EA7-B94C-B9DA576E6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3B068-D742-63A8-04DC-75FC7721D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82C1F-AE16-8D77-6D7E-D2D8F12E9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6946A-F355-3599-F872-2E11BE1B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0218-C937-B3C1-DC75-B726D7F8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91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298C-818E-5FB2-B058-AFA50702D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C6C5F-97F9-3D73-A8D3-85193D880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EBB04-CA1D-A348-CD27-1B292C18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9ACDF-7180-631E-7338-B7A4841F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447EE-4C90-432E-F610-6199A7A6D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37902-4848-1ED8-3FA8-E2196D052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AC81F-68B5-453B-1993-E22033271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8AAB1-A2C0-F4CB-8DD9-FEBEB6860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CC54F-A16C-4595-9638-6AB0F0BDC62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5F60B-B009-DF61-095D-C321BAC9E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DC423-4532-94CF-14C5-EBB1FA4F3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D4238-7198-4D9A-AFAE-B88082974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6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91AE-B15B-2103-E486-56E809A430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Kickoff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74933-9924-67A6-694D-D1D0AD7B7C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Welcome to the aardvark programme</a:t>
            </a:r>
          </a:p>
        </p:txBody>
      </p:sp>
    </p:spTree>
    <p:extLst>
      <p:ext uri="{BB962C8B-B14F-4D97-AF65-F5344CB8AC3E}">
        <p14:creationId xmlns:p14="http://schemas.microsoft.com/office/powerpoint/2010/main" val="40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19F3-0427-21CA-A7CD-9224877CF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Roadmap Plans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53D4F-928A-31FC-2BA2-1CF2F5FCC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Ship the wombat release</a:t>
            </a:r>
          </a:p>
          <a:p>
            <a:r>
              <a:rPr lang="en-US"/>
              <a:t>Hire engineers</a:t>
            </a:r>
          </a:p>
        </p:txBody>
      </p:sp>
    </p:spTree>
    <p:extLst>
      <p:ext uri="{BB962C8B-B14F-4D97-AF65-F5344CB8AC3E}">
        <p14:creationId xmlns:p14="http://schemas.microsoft.com/office/powerpoint/2010/main" val="2433052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Kickoff Meeting</vt:lpstr>
      <vt:lpstr>Roadmap Plans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Fixture User</dc:creator>
  <cp:lastModifiedBy>Fixture User</cp:lastModifiedBy>
  <cp:revision>1</cp:revision>
  <dcterms:created xsi:type="dcterms:W3CDTF">2026-09-24T13:34:46Z</dcterms:created>
  <dcterms:modified xsi:type="dcterms:W3CDTF">2026-09-24T13:34:47Z</dcterms:modified>
</cp:coreProperties>
</file>